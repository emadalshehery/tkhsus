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1C32"/>
    <a:srgbClr val="F78B49"/>
    <a:srgbClr val="138EC5"/>
    <a:srgbClr val="5A7F36"/>
    <a:srgbClr val="144A86"/>
    <a:srgbClr val="D45C4F"/>
    <a:srgbClr val="0E3660"/>
    <a:srgbClr val="486495"/>
    <a:srgbClr val="4B689B"/>
    <a:srgbClr val="30B0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2" autoAdjust="0"/>
    <p:restoredTop sz="94310" autoAdjust="0"/>
  </p:normalViewPr>
  <p:slideViewPr>
    <p:cSldViewPr snapToGrid="0">
      <p:cViewPr>
        <p:scale>
          <a:sx n="100" d="100"/>
          <a:sy n="100" d="100"/>
        </p:scale>
        <p:origin x="20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9E620-583B-5E97-5747-97246A568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8CB6C-839B-0CA5-67DA-856DB9312D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0D3E7-19FA-2CA6-D682-C0FC1E925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5661-356B-4F82-B094-6C30637DAE3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FF2B3-F932-388A-7B76-3AF6B2A3F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C48AB-1D95-36E5-2223-CD7320E34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E00AD-94C2-4A02-A2CB-BBDC47FC4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84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FD4D9-4972-7AA0-03C4-A4A72BF34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8206E-0467-BEA1-2492-4513B2926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30D95-EC6A-BDA8-D945-EA916E4A6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5661-356B-4F82-B094-6C30637DAE3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916D5-0461-9615-2382-9C0D99BC7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D9A9F-1C29-0B54-799C-9E06F921C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E00AD-94C2-4A02-A2CB-BBDC47FC4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604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6E393-11F3-FC1E-A196-74BE0A916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D22E1-5D2C-CF2D-326F-69759E81B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05B63-79D3-78E8-3B8A-113D33704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5661-356B-4F82-B094-6C30637DAE3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BD3FB-170C-2211-A238-17AE078A7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32219-A97A-BA1E-E51D-1C180B9EF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E00AD-94C2-4A02-A2CB-BBDC47FC4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12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3D290-2385-E593-67C9-1E1491966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C3EC5-7A66-313E-6F8A-AA42B2679E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1C729D-C8C2-192C-7740-2DE7B47D2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3E0FB2-16D4-D12F-2504-E9E2CBC4A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5661-356B-4F82-B094-6C30637DAE3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0910E-BF29-565F-B97B-9E6237B1F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C0B25-3FCA-047B-DAC2-62882FC88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E00AD-94C2-4A02-A2CB-BBDC47FC4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30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33C26-5729-52BF-833E-A4D797720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FFE0E-A829-242D-54AE-7229E2266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02F2C-FCBF-BEED-E0F5-50F6F5CEE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09B88D-F99F-2EDB-AC31-4A56C76961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B69303-8795-02AE-5492-E246789332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DA6023-5683-38AA-F945-14709D33F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5661-356B-4F82-B094-6C30637DAE3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AF750A-3DE2-F340-E672-075E86297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13E2EB-E42A-32D8-981D-B52635E9B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E00AD-94C2-4A02-A2CB-BBDC47FC4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14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DABC5-8AB3-CDB4-75AA-0A9DAC33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16CDA1-FE86-A928-120A-10C975FDE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5661-356B-4F82-B094-6C30637DAE3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B8673A-C292-EA15-FB97-14BD3E105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E1E677-E186-D645-56BA-DAD9EC5A6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E00AD-94C2-4A02-A2CB-BBDC47FC4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948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FD0214-9239-0CD7-85DB-2F0ED7598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5661-356B-4F82-B094-6C30637DAE3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DC65E2-FABB-C116-65EB-DD58C1AAE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09C9C-3724-AEAF-54CE-ED0C7208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E00AD-94C2-4A02-A2CB-BBDC47FC4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800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49475-08B4-A993-046C-80A9BD73F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428A9-819D-5E4A-2F81-32380174B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E5033-DCDD-8AA8-FF33-6A61AF859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318D2-ADD2-07DC-BB96-7C9CCBF11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5661-356B-4F82-B094-6C30637DAE3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C3BDA-FD12-0074-4115-EB12F8F63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3A451-3143-286A-0A43-4570CD05F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E00AD-94C2-4A02-A2CB-BBDC47FC4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341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7AD7F-95F7-638A-062F-2AF35A090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F4AFE0-BE89-D795-3283-1D4B4F94D1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B0657F-56B1-9F42-D78D-D71E516A3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BE29B-11A1-FED7-578B-A967EDCA9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5661-356B-4F82-B094-6C30637DAE3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CAE78-4032-7454-00F8-FAB35C0D7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45DD6A-0708-6657-9F96-014D6302C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E00AD-94C2-4A02-A2CB-BBDC47FC4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43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E3B5D-0E83-77D2-08AB-1363417D9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21FDAF-F7DC-2996-1281-1D083AF3F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B86F8-4A7A-E165-EA31-751BF6FD2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5661-356B-4F82-B094-6C30637DAE3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66C9C-2F90-8D2E-3396-084EEC51A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40CA9-0931-13DA-245D-CFE035631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E00AD-94C2-4A02-A2CB-BBDC47FC4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353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40BF73-DF1F-F4D9-467D-6B749772B5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D33BB7-3AA8-34A9-56C1-9C79679AF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865B2-AC85-EBBD-BB03-4304FC00B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15661-356B-4F82-B094-6C30637DAE3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A33F5-DC87-352E-FCEC-355F1F15B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10A00-CAE3-916E-7AD8-A7E79AE74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E00AD-94C2-4A02-A2CB-BBDC47FC4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741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4E5478-339C-FDA9-12DA-347875EA0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3D93D-9C37-7AEA-27CF-B0D7BE169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D309C-78FE-B211-B3A6-975935B411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315661-356B-4F82-B094-6C30637DAE33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B500C-43E4-2809-2681-A572E2577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452F2-6AE9-5CFA-D580-938E650AF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AE00AD-94C2-4A02-A2CB-BBDC47FC4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37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98524BA-48F7-77E2-44AD-2FCDF5D59117}"/>
              </a:ext>
            </a:extLst>
          </p:cNvPr>
          <p:cNvSpPr/>
          <p:nvPr/>
        </p:nvSpPr>
        <p:spPr>
          <a:xfrm>
            <a:off x="-200025" y="-203644"/>
            <a:ext cx="12553950" cy="7214044"/>
          </a:xfrm>
          <a:prstGeom prst="rect">
            <a:avLst/>
          </a:prstGeom>
          <a:solidFill>
            <a:srgbClr val="081C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A9C91339-C138-B837-3E2B-0F77239D96C1}"/>
              </a:ext>
            </a:extLst>
          </p:cNvPr>
          <p:cNvSpPr/>
          <p:nvPr/>
        </p:nvSpPr>
        <p:spPr>
          <a:xfrm>
            <a:off x="1878586" y="4149462"/>
            <a:ext cx="2448468" cy="19431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7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5F5A5CFE-2D85-FAC6-0AF3-C2D4E960357C}"/>
              </a:ext>
            </a:extLst>
          </p:cNvPr>
          <p:cNvSpPr/>
          <p:nvPr/>
        </p:nvSpPr>
        <p:spPr>
          <a:xfrm>
            <a:off x="5237973" y="1769998"/>
            <a:ext cx="2448468" cy="19431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7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98408D8-E217-F6CD-3BDE-A561842FD03D}"/>
              </a:ext>
            </a:extLst>
          </p:cNvPr>
          <p:cNvSpPr/>
          <p:nvPr/>
        </p:nvSpPr>
        <p:spPr>
          <a:xfrm>
            <a:off x="640842" y="108172"/>
            <a:ext cx="765810" cy="755936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50800" dir="2700000" algn="tl" rotWithShape="0">
              <a:schemeClr val="tx1">
                <a:lumMod val="95000"/>
                <a:lumOff val="5000"/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owchart: Terminator 15">
            <a:extLst>
              <a:ext uri="{FF2B5EF4-FFF2-40B4-BE49-F238E27FC236}">
                <a16:creationId xmlns:a16="http://schemas.microsoft.com/office/drawing/2014/main" id="{2100A315-AD64-46C4-3B57-34372022417C}"/>
              </a:ext>
            </a:extLst>
          </p:cNvPr>
          <p:cNvSpPr/>
          <p:nvPr/>
        </p:nvSpPr>
        <p:spPr>
          <a:xfrm>
            <a:off x="6176963" y="108172"/>
            <a:ext cx="2050542" cy="721501"/>
          </a:xfrm>
          <a:prstGeom prst="flowChartTerminator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50800" dir="2700000" algn="tl" rotWithShape="0">
              <a:schemeClr val="tx1">
                <a:lumMod val="95000"/>
                <a:lumOff val="5000"/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A73470-6C5D-D72A-5996-E46D76A9F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76963" y="-203644"/>
            <a:ext cx="2050542" cy="925893"/>
          </a:xfrm>
          <a:effectLst>
            <a:outerShdw dist="25400" dir="2700000" algn="tl" rotWithShape="0">
              <a:srgbClr val="1B3055"/>
            </a:outerShdw>
          </a:effectLst>
        </p:spPr>
        <p:txBody>
          <a:bodyPr>
            <a:normAutofit/>
          </a:bodyPr>
          <a:lstStyle/>
          <a:p>
            <a:r>
              <a:rPr lang="ar-SA" sz="24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الجامعات</a:t>
            </a:r>
            <a:endParaRPr lang="en-US" sz="2400" dirty="0">
              <a:solidFill>
                <a:schemeClr val="bg2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4" name="Flowchart: Terminator 13">
            <a:extLst>
              <a:ext uri="{FF2B5EF4-FFF2-40B4-BE49-F238E27FC236}">
                <a16:creationId xmlns:a16="http://schemas.microsoft.com/office/drawing/2014/main" id="{610F36FE-929A-E705-9F2F-FD2FA2C45572}"/>
              </a:ext>
            </a:extLst>
          </p:cNvPr>
          <p:cNvSpPr/>
          <p:nvPr/>
        </p:nvSpPr>
        <p:spPr>
          <a:xfrm>
            <a:off x="3883532" y="125389"/>
            <a:ext cx="2050542" cy="721501"/>
          </a:xfrm>
          <a:prstGeom prst="flowChartTerminator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50800" dir="2700000" algn="tl" rotWithShape="0">
              <a:schemeClr val="tx1">
                <a:lumMod val="95000"/>
                <a:lumOff val="5000"/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018E7D9-A53C-DD4E-2079-208F05B1F5A9}"/>
              </a:ext>
            </a:extLst>
          </p:cNvPr>
          <p:cNvSpPr txBox="1">
            <a:spLocks/>
          </p:cNvSpPr>
          <p:nvPr/>
        </p:nvSpPr>
        <p:spPr>
          <a:xfrm>
            <a:off x="3883532" y="-203644"/>
            <a:ext cx="2050542" cy="925893"/>
          </a:xfrm>
          <a:prstGeom prst="rect">
            <a:avLst/>
          </a:prstGeom>
          <a:effectLst>
            <a:outerShdw dist="25400" dir="2700000" algn="tl" rotWithShape="0">
              <a:srgbClr val="1B3055"/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SA" sz="24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التخصصات</a:t>
            </a:r>
            <a:endParaRPr lang="en-US" sz="2400" dirty="0">
              <a:solidFill>
                <a:schemeClr val="bg2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7013657-DD38-D7EE-45E3-D99DD3AB9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84" y="0"/>
            <a:ext cx="1728216" cy="864108"/>
          </a:xfrm>
          <a:prstGeom prst="rect">
            <a:avLst/>
          </a:prstGeom>
          <a:effectLst>
            <a:outerShdw blurRad="50800" dist="50800" dir="2700000" algn="tl" rotWithShape="0">
              <a:prstClr val="black"/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53EF28-5B5F-20E2-F12F-96ACEC8DF262}"/>
              </a:ext>
            </a:extLst>
          </p:cNvPr>
          <p:cNvSpPr txBox="1"/>
          <p:nvPr/>
        </p:nvSpPr>
        <p:spPr>
          <a:xfrm flipH="1">
            <a:off x="729996" y="260584"/>
            <a:ext cx="998220" cy="461665"/>
          </a:xfrm>
          <a:prstGeom prst="rect">
            <a:avLst/>
          </a:prstGeom>
          <a:noFill/>
          <a:effectLst>
            <a:outerShdw dist="25400" dir="2700000" algn="tl" rotWithShape="0">
              <a:srgbClr val="1B3055"/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EN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69685B8-1962-AA4C-DBEE-3981D883A832}"/>
              </a:ext>
            </a:extLst>
          </p:cNvPr>
          <p:cNvCxnSpPr/>
          <p:nvPr/>
        </p:nvCxnSpPr>
        <p:spPr>
          <a:xfrm>
            <a:off x="-200025" y="1028700"/>
            <a:ext cx="12553950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  <a:effectLst>
            <a:outerShdw blurRad="76200" dist="38100" dir="7200000" sx="165000" sy="165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8D62F5A-713B-D13C-50CA-F927663BC824}"/>
              </a:ext>
            </a:extLst>
          </p:cNvPr>
          <p:cNvSpPr/>
          <p:nvPr/>
        </p:nvSpPr>
        <p:spPr>
          <a:xfrm>
            <a:off x="8571994" y="1769998"/>
            <a:ext cx="2448468" cy="19431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7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027FCCF-436E-1705-A92B-724F21D16AD7}"/>
              </a:ext>
            </a:extLst>
          </p:cNvPr>
          <p:cNvSpPr/>
          <p:nvPr/>
        </p:nvSpPr>
        <p:spPr>
          <a:xfrm>
            <a:off x="1878586" y="1769998"/>
            <a:ext cx="2448468" cy="19431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7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52A37A5-F559-3D47-7E46-B3DC59175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39" t="25555" r="18920" b="27083"/>
          <a:stretch>
            <a:fillRect/>
          </a:stretch>
        </p:blipFill>
        <p:spPr>
          <a:xfrm>
            <a:off x="2060228" y="1844268"/>
            <a:ext cx="2085185" cy="155911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DEDAB25-8134-96E6-B276-C168616E09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867" y="4338637"/>
            <a:ext cx="1381906" cy="168592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3C6DCF1-77ED-3946-CF98-B8FC04E1BB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655" y="1881714"/>
            <a:ext cx="1097104" cy="1719668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E3CE4698-82CE-1D9F-DEAB-972687442A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583"/>
          <a:stretch>
            <a:fillRect/>
          </a:stretch>
        </p:blipFill>
        <p:spPr>
          <a:xfrm>
            <a:off x="8571994" y="1736661"/>
            <a:ext cx="2499202" cy="2009774"/>
          </a:xfrm>
          <a:prstGeom prst="rect">
            <a:avLst/>
          </a:prstGeom>
        </p:spPr>
      </p:pic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8F2A9607-521D-7F55-674A-1D4123E81DB9}"/>
              </a:ext>
            </a:extLst>
          </p:cNvPr>
          <p:cNvSpPr/>
          <p:nvPr/>
        </p:nvSpPr>
        <p:spPr>
          <a:xfrm>
            <a:off x="5237973" y="4158071"/>
            <a:ext cx="2448468" cy="19431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7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274D45D0-8370-85B1-95C8-74988718DC0E}"/>
              </a:ext>
            </a:extLst>
          </p:cNvPr>
          <p:cNvSpPr/>
          <p:nvPr/>
        </p:nvSpPr>
        <p:spPr>
          <a:xfrm>
            <a:off x="8597361" y="4149462"/>
            <a:ext cx="2448468" cy="194310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7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94B5416B-D20F-3A5C-3436-718263DCFE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411"/>
          <a:stretch>
            <a:fillRect/>
          </a:stretch>
        </p:blipFill>
        <p:spPr>
          <a:xfrm>
            <a:off x="5551492" y="4255447"/>
            <a:ext cx="1821429" cy="1852304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2986A19C-24E9-E307-1C6E-452A1990CA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0223" y="3969640"/>
            <a:ext cx="2302743" cy="230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3426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82D48F6-8799-E7AA-B29A-1887EB949AF7}"/>
              </a:ext>
            </a:extLst>
          </p:cNvPr>
          <p:cNvSpPr/>
          <p:nvPr/>
        </p:nvSpPr>
        <p:spPr>
          <a:xfrm>
            <a:off x="-200025" y="-203644"/>
            <a:ext cx="12553950" cy="7214044"/>
          </a:xfrm>
          <a:prstGeom prst="rect">
            <a:avLst/>
          </a:prstGeom>
          <a:solidFill>
            <a:srgbClr val="081C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064327-C194-81A5-7C50-0A86A4B9AF8D}"/>
              </a:ext>
            </a:extLst>
          </p:cNvPr>
          <p:cNvSpPr/>
          <p:nvPr/>
        </p:nvSpPr>
        <p:spPr>
          <a:xfrm>
            <a:off x="114300" y="114300"/>
            <a:ext cx="11781758" cy="655513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7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E10BD3-B65D-0B1F-29A9-FD33B29F7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39" t="25555" r="18920" b="27083"/>
          <a:stretch>
            <a:fillRect/>
          </a:stretch>
        </p:blipFill>
        <p:spPr>
          <a:xfrm>
            <a:off x="295942" y="188570"/>
            <a:ext cx="2085185" cy="155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0604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C95B7-70B2-9853-9846-351860AF5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C7728BC-0952-0525-927B-5BBF5C67B920}"/>
              </a:ext>
            </a:extLst>
          </p:cNvPr>
          <p:cNvSpPr/>
          <p:nvPr/>
        </p:nvSpPr>
        <p:spPr>
          <a:xfrm>
            <a:off x="-200025" y="-203644"/>
            <a:ext cx="12553950" cy="7214044"/>
          </a:xfrm>
          <a:prstGeom prst="rect">
            <a:avLst/>
          </a:prstGeom>
          <a:solidFill>
            <a:srgbClr val="081C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20CCAB5-F7F9-64E4-7638-11EB4974982E}"/>
              </a:ext>
            </a:extLst>
          </p:cNvPr>
          <p:cNvSpPr/>
          <p:nvPr/>
        </p:nvSpPr>
        <p:spPr>
          <a:xfrm>
            <a:off x="114300" y="114300"/>
            <a:ext cx="11781758" cy="655513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7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394B13-4E75-BF53-D6EE-7813BF1A4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39" t="25555" r="18920" b="27083"/>
          <a:stretch>
            <a:fillRect/>
          </a:stretch>
        </p:blipFill>
        <p:spPr>
          <a:xfrm>
            <a:off x="295942" y="188570"/>
            <a:ext cx="2085185" cy="155911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1123002-0C77-3822-BFC1-68654E7C2AFA}"/>
              </a:ext>
            </a:extLst>
          </p:cNvPr>
          <p:cNvSpPr/>
          <p:nvPr/>
        </p:nvSpPr>
        <p:spPr>
          <a:xfrm>
            <a:off x="7366000" y="550798"/>
            <a:ext cx="3698641" cy="173520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7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65770E-2EEC-82BB-C57E-4D1EB5F7911C}"/>
              </a:ext>
            </a:extLst>
          </p:cNvPr>
          <p:cNvSpPr/>
          <p:nvPr/>
        </p:nvSpPr>
        <p:spPr>
          <a:xfrm>
            <a:off x="7365999" y="2524264"/>
            <a:ext cx="3698641" cy="173520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7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380D16-509D-ED7C-8A92-1143ECDD56A6}"/>
              </a:ext>
            </a:extLst>
          </p:cNvPr>
          <p:cNvSpPr/>
          <p:nvPr/>
        </p:nvSpPr>
        <p:spPr>
          <a:xfrm>
            <a:off x="3439951" y="550798"/>
            <a:ext cx="3698641" cy="173520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7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ECE2A1E-5AAB-A614-E1B4-AD91A37B5C5B}"/>
              </a:ext>
            </a:extLst>
          </p:cNvPr>
          <p:cNvSpPr/>
          <p:nvPr/>
        </p:nvSpPr>
        <p:spPr>
          <a:xfrm>
            <a:off x="3439950" y="2519344"/>
            <a:ext cx="3698641" cy="1735202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7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0DF310F-B7F6-3906-A058-6DFFBE4754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89"/>
          <a:stretch>
            <a:fillRect/>
          </a:stretch>
        </p:blipFill>
        <p:spPr>
          <a:xfrm>
            <a:off x="7677960" y="615862"/>
            <a:ext cx="3074717" cy="131283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95258E3-F408-CDB3-73F6-B91A16BE24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94" b="17864"/>
          <a:stretch>
            <a:fillRect/>
          </a:stretch>
        </p:blipFill>
        <p:spPr>
          <a:xfrm>
            <a:off x="3555358" y="716092"/>
            <a:ext cx="3467824" cy="121260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2F5093A-E1CC-36DC-A1BD-0D82C3A15B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00" b="11806"/>
          <a:stretch>
            <a:fillRect/>
          </a:stretch>
        </p:blipFill>
        <p:spPr>
          <a:xfrm>
            <a:off x="7582858" y="2603944"/>
            <a:ext cx="3271420" cy="125593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5ACDB72-B4AD-C472-E048-E12F37DD00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40" b="19676"/>
          <a:stretch>
            <a:fillRect/>
          </a:stretch>
        </p:blipFill>
        <p:spPr>
          <a:xfrm>
            <a:off x="3701408" y="2603944"/>
            <a:ext cx="3175724" cy="130885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A051F57-BCCD-24DD-35DE-96374AAD26B4}"/>
              </a:ext>
            </a:extLst>
          </p:cNvPr>
          <p:cNvSpPr txBox="1"/>
          <p:nvPr/>
        </p:nvSpPr>
        <p:spPr>
          <a:xfrm>
            <a:off x="4274828" y="1928701"/>
            <a:ext cx="31757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Engineer Collage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7BC9D2-2FF0-DAAB-2E25-C5DE91AF0101}"/>
              </a:ext>
            </a:extLst>
          </p:cNvPr>
          <p:cNvSpPr txBox="1"/>
          <p:nvPr/>
        </p:nvSpPr>
        <p:spPr>
          <a:xfrm>
            <a:off x="7677960" y="1907296"/>
            <a:ext cx="3636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Computer Science Collage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117230-9241-B480-BCD6-6F681C26BC49}"/>
              </a:ext>
            </a:extLst>
          </p:cNvPr>
          <p:cNvSpPr txBox="1"/>
          <p:nvPr/>
        </p:nvSpPr>
        <p:spPr>
          <a:xfrm>
            <a:off x="7677960" y="3854436"/>
            <a:ext cx="3636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Collage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07F3A0-FE59-F368-8EC1-30557F7F7816}"/>
              </a:ext>
            </a:extLst>
          </p:cNvPr>
          <p:cNvSpPr txBox="1"/>
          <p:nvPr/>
        </p:nvSpPr>
        <p:spPr>
          <a:xfrm>
            <a:off x="3993752" y="3861816"/>
            <a:ext cx="3636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Medicine Collage</a:t>
            </a:r>
          </a:p>
        </p:txBody>
      </p:sp>
    </p:spTree>
    <p:extLst>
      <p:ext uri="{BB962C8B-B14F-4D97-AF65-F5344CB8AC3E}">
        <p14:creationId xmlns:p14="http://schemas.microsoft.com/office/powerpoint/2010/main" val="39282143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E2E16-AF57-DAE2-E1C1-85FC6ADCF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C3D4947-0A99-7557-6162-22827BC06927}"/>
              </a:ext>
            </a:extLst>
          </p:cNvPr>
          <p:cNvSpPr/>
          <p:nvPr/>
        </p:nvSpPr>
        <p:spPr>
          <a:xfrm>
            <a:off x="-200025" y="-203644"/>
            <a:ext cx="12553950" cy="7214044"/>
          </a:xfrm>
          <a:prstGeom prst="rect">
            <a:avLst/>
          </a:prstGeom>
          <a:solidFill>
            <a:srgbClr val="081C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1E7920F-4767-4B5B-73A2-6F4DD6A22198}"/>
              </a:ext>
            </a:extLst>
          </p:cNvPr>
          <p:cNvSpPr/>
          <p:nvPr/>
        </p:nvSpPr>
        <p:spPr>
          <a:xfrm>
            <a:off x="114300" y="114300"/>
            <a:ext cx="11781758" cy="655513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7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E78F65-5340-ABEA-8CD7-99D393BB4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89"/>
          <a:stretch>
            <a:fillRect/>
          </a:stretch>
        </p:blipFill>
        <p:spPr>
          <a:xfrm>
            <a:off x="753285" y="615862"/>
            <a:ext cx="3074717" cy="13128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2FBF33-C520-62EE-1F14-08DFF43DDB3D}"/>
              </a:ext>
            </a:extLst>
          </p:cNvPr>
          <p:cNvSpPr txBox="1"/>
          <p:nvPr/>
        </p:nvSpPr>
        <p:spPr>
          <a:xfrm>
            <a:off x="753285" y="1907296"/>
            <a:ext cx="3636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Computer Science Collage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AEA22F2-5A47-AA59-AACC-7AD71A91873E}"/>
              </a:ext>
            </a:extLst>
          </p:cNvPr>
          <p:cNvSpPr/>
          <p:nvPr/>
        </p:nvSpPr>
        <p:spPr>
          <a:xfrm>
            <a:off x="3943349" y="266700"/>
            <a:ext cx="7705725" cy="607695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127000" dist="38100" dir="2700000" algn="tl" rotWithShape="0">
              <a:prstClr val="black">
                <a:alpha val="7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F2BDA6-DABD-0A76-EE5A-2549B6D60EDA}"/>
              </a:ext>
            </a:extLst>
          </p:cNvPr>
          <p:cNvSpPr txBox="1"/>
          <p:nvPr/>
        </p:nvSpPr>
        <p:spPr>
          <a:xfrm>
            <a:off x="5133737" y="992771"/>
            <a:ext cx="682966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/>
              <a:t>Here the explain for the major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322C52-559B-1845-259A-5E91FDA9BAAD}"/>
              </a:ext>
            </a:extLst>
          </p:cNvPr>
          <p:cNvSpPr txBox="1"/>
          <p:nvPr/>
        </p:nvSpPr>
        <p:spPr>
          <a:xfrm>
            <a:off x="805583" y="2638765"/>
            <a:ext cx="353206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Here the explain for the major Study plan </a:t>
            </a:r>
          </a:p>
        </p:txBody>
      </p:sp>
    </p:spTree>
    <p:extLst>
      <p:ext uri="{BB962C8B-B14F-4D97-AF65-F5344CB8AC3E}">
        <p14:creationId xmlns:p14="http://schemas.microsoft.com/office/powerpoint/2010/main" val="37266128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29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Segoe UI Semibold</vt:lpstr>
      <vt:lpstr>Office Theme</vt:lpstr>
      <vt:lpstr>الجامعات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عماد الشهري</dc:creator>
  <cp:lastModifiedBy>عماد الشهري</cp:lastModifiedBy>
  <cp:revision>1</cp:revision>
  <dcterms:created xsi:type="dcterms:W3CDTF">2026-09-20T16:29:54Z</dcterms:created>
  <dcterms:modified xsi:type="dcterms:W3CDTF">2026-09-20T18:00:46Z</dcterms:modified>
</cp:coreProperties>
</file>